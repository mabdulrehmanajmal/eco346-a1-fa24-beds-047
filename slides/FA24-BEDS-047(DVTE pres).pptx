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96AB5D64-0D53-F96C-2402-B56ED9BC9E07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72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731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ECO346: Data Visualization Techniques for Economists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</a:t>
            </a:r>
            <a:endParaRPr lang="en-US" sz="2400" dirty="0"/>
          </a:p>
        </p:txBody>
      </p:sp>
      <p:sp>
        <p:nvSpPr>
          <p:cNvPr id="4" name="Details"/>
          <p:cNvSpPr txBox="1"/>
          <p:nvPr/>
        </p:nvSpPr>
        <p:spPr>
          <a:xfrm>
            <a:off x="640080" y="29260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M. Abdul Rehman Ajmal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No.: FA24-BEDS-047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COMSATS University Islamabad, Lahore Campus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7: Urban Balochistan, Pakistan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earners make under Rs 250,000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PSLM 2019–20 persons aged 15–64 with annual earnings above zero, urban Balochistan, weighted by hhweight.</a:t>
            </a:r>
            <a:endParaRPr lang="en-US" sz="1300" dirty="0"/>
          </a:p>
        </p:txBody>
      </p:sp>
      <p:sp>
        <p:nvSpPr>
          <p:cNvPr id="4" name="Stat card"/>
          <p:cNvSpPr/>
          <p:nvPr/>
        </p:nvSpPr>
        <p:spPr>
          <a:xfrm>
            <a:off x="457200" y="1965960"/>
            <a:ext cx="1783080" cy="914400"/>
          </a:xfrm>
          <a:prstGeom prst="rect">
            <a:avLst/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486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96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earners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2377440" y="1965960"/>
            <a:ext cx="1783080" cy="914400"/>
          </a:xfrm>
          <a:prstGeom prst="rect">
            <a:avLst/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514600" y="2057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250,000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496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457200" y="3017520"/>
            <a:ext cx="1783080" cy="914400"/>
          </a:xfrm>
          <a:prstGeom prst="rect">
            <a:avLst/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4360" y="3108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96,000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547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P10</a:t>
            </a:r>
            <a:endParaRPr lang="en-US" sz="1200" dirty="0"/>
          </a:p>
        </p:txBody>
      </p:sp>
      <p:sp>
        <p:nvSpPr>
          <p:cNvPr id="13" name="Stat card"/>
          <p:cNvSpPr/>
          <p:nvPr/>
        </p:nvSpPr>
        <p:spPr>
          <a:xfrm>
            <a:off x="2377440" y="3017520"/>
            <a:ext cx="1783080" cy="914400"/>
          </a:xfrm>
          <a:prstGeom prst="rect">
            <a:avLst/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514600" y="3108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540,000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547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P90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median: Rs 264,000 | P90/P10 ratio: 5.62 | Excluded from histogram: 0</a:t>
            </a:r>
            <a:endParaRPr lang="en-US" sz="1300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35A466E8-3A55-B080-9D47-EAA7996FEC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5729" y="1171136"/>
            <a:ext cx="4286250" cy="3263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rise with age; 60–64 is thin</a:t>
            </a:r>
            <a:endParaRPr lang="en-US" sz="3000" dirty="0"/>
          </a:p>
        </p:txBody>
      </p:sp>
      <p:sp>
        <p:nvSpPr>
          <p:cNvPr id="5" name="Stat card"/>
          <p:cNvSpPr/>
          <p:nvPr/>
        </p:nvSpPr>
        <p:spPr>
          <a:xfrm>
            <a:off x="5760720" y="1188720"/>
            <a:ext cx="2926080" cy="822960"/>
          </a:xfrm>
          <a:prstGeom prst="rect">
            <a:avLst/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897880" y="1280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307,994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666037"/>
            <a:ext cx="2651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ages 25–29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5760720" y="2148840"/>
            <a:ext cx="2926080" cy="822960"/>
          </a:xfrm>
          <a:prstGeom prst="rect">
            <a:avLst/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89788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372,723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626157"/>
            <a:ext cx="2651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ages 45–49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5760720" y="3108960"/>
            <a:ext cx="2926080" cy="822960"/>
          </a:xfrm>
          <a:prstGeom prst="rect">
            <a:avLst/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89788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476,422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3586277"/>
            <a:ext cx="2651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Highest: ages 60–64 (n = 16)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mean earnings rise with age, but 60–64 has only 16 earners, so its peak is weakly supported. This compares different people at one time, not one career.</a:t>
            </a:r>
            <a:endParaRPr lang="en-US" sz="140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0D8BB3A-9EB5-1976-4147-6F174AF40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964" y="1051560"/>
            <a:ext cx="4752109" cy="2980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Redesign: same data, clearer message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(R)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51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(R)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051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figure in Python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changes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y-axis shows the full earnings range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reduces overplotting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markers summarize age bands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default shows that the redesign hides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shows every raw point with no summary layers; the redesign emphasizes weighted means and band comparisons.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834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vs Python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and Python use different default plotting styles, so titles, axis labels, scales and marker styles must be set consistently. The three bands below match to the rupee.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840480"/>
          <a:ext cx="4023360" cy="1097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mean (Rs)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mean (Rs)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307,994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307,994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372,723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372,723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476,422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476,422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Graphic 15">
            <a:extLst>
              <a:ext uri="{FF2B5EF4-FFF2-40B4-BE49-F238E27FC236}">
                <a16:creationId xmlns:a16="http://schemas.microsoft.com/office/drawing/2014/main" id="{4E5D8227-9EF2-26E4-1DE7-5A211997DD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352" y="1298448"/>
            <a:ext cx="2895600" cy="146304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97E114-89F4-6420-F031-86099B0D7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8960" y="1298448"/>
            <a:ext cx="2828545" cy="130759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D48362E-10B9-0574-6302-711F40E068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5040" y="1298448"/>
            <a:ext cx="2785869" cy="1325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CO346 Balochistan">
  <a:themeElements>
    <a:clrScheme name="ECO346 Balochistan">
      <a:dk1>
        <a:srgbClr val="1B2A2F"/>
      </a:dk1>
      <a:lt1>
        <a:srgbClr val="FFFFFF"/>
      </a:lt1>
      <a:dk2>
        <a:srgbClr val="12343B"/>
      </a:dk2>
      <a:lt2>
        <a:srgbClr val="EEF2F3"/>
      </a:lt2>
      <a:accent1>
        <a:srgbClr val="12343B"/>
      </a:accent1>
      <a:accent2>
        <a:srgbClr val="D98E04"/>
      </a:accent2>
      <a:accent3>
        <a:srgbClr val="2A7F8E"/>
      </a:accent3>
      <a:accent4>
        <a:srgbClr val="8A9BA0"/>
      </a:accent4>
      <a:accent5>
        <a:srgbClr val="B5483A"/>
      </a:accent5>
      <a:accent6>
        <a:srgbClr val="5B7F3A"/>
      </a:accent6>
      <a:hlink>
        <a:srgbClr val="2A7F8E"/>
      </a:hlink>
      <a:folHlink>
        <a:srgbClr val="8A9BA0"/>
      </a:folHlink>
    </a:clrScheme>
    <a:fontScheme name="ECO346 Balochist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286</Words>
  <Application>Microsoft Office PowerPoint</Application>
  <PresentationFormat>On-screen Show (16:9)</PresentationFormat>
  <Paragraphs>53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ECO346 Balochistan</vt:lpstr>
      <vt:lpstr>PowerPoint Presentation</vt:lpstr>
      <vt:lpstr>Half of earners make under Rs 250,000</vt:lpstr>
      <vt:lpstr>Earnings rise with age; 60–64 is thin</vt:lpstr>
      <vt:lpstr>Redesign: same data, clearer message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1 - FA24-BEDS-047</dc:title>
  <dc:subject>PptxGenJS Presentation</dc:subject>
  <dc:creator>FA24-BEDS-047</dc:creator>
  <cp:lastModifiedBy>Abdullah Awan</cp:lastModifiedBy>
  <cp:revision>2</cp:revision>
  <dcterms:created xsi:type="dcterms:W3CDTF">2026-10-24T13:16:07Z</dcterms:created>
  <dcterms:modified xsi:type="dcterms:W3CDTF">2026-10-24T13:29:50Z</dcterms:modified>
</cp:coreProperties>
</file>